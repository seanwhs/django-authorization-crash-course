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7" r:id="rId8"/>
    <p:sldId id="260" r:id="rId9"/>
    <p:sldId id="268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Django Authentication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django.contrib.auth</a:t>
            </a:r>
            <a:r>
              <a:rPr dirty="0"/>
              <a:t> provides authentication framework</a:t>
            </a:r>
          </a:p>
          <a:p>
            <a:r>
              <a:rPr dirty="0"/>
              <a:t>Handles users, passwords, sessions, permissions</a:t>
            </a:r>
          </a:p>
          <a:p>
            <a:r>
              <a:rPr dirty="0"/>
              <a:t>Integrated with Django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12AD-B814-66C6-1EC6-2F2A7D009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AuthN vs </a:t>
            </a:r>
            <a:r>
              <a:rPr lang="en-SG" dirty="0" err="1"/>
              <a:t>AuthR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C2FE-A993-83A2-5359-F5353D6A8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73828"/>
            <a:ext cx="8229600" cy="2862943"/>
          </a:xfrm>
        </p:spPr>
        <p:txBody>
          <a:bodyPr/>
          <a:lstStyle/>
          <a:p>
            <a:r>
              <a:rPr lang="en-SG" dirty="0"/>
              <a:t>Authentication </a:t>
            </a:r>
          </a:p>
          <a:p>
            <a:pPr lvl="1"/>
            <a:r>
              <a:rPr lang="en-SG" dirty="0"/>
              <a:t>Determining identity of a user, client or server</a:t>
            </a:r>
          </a:p>
          <a:p>
            <a:endParaRPr lang="en-SG" dirty="0"/>
          </a:p>
          <a:p>
            <a:r>
              <a:rPr lang="en-SG" dirty="0"/>
              <a:t>Authorization</a:t>
            </a:r>
          </a:p>
          <a:p>
            <a:pPr lvl="1"/>
            <a:r>
              <a:rPr lang="en-SG" dirty="0"/>
              <a:t>Determines what resources a user can 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220C7-D6C7-2167-5A7E-B9AE26668BCF}"/>
              </a:ext>
            </a:extLst>
          </p:cNvPr>
          <p:cNvSpPr txBox="1"/>
          <p:nvPr/>
        </p:nvSpPr>
        <p:spPr>
          <a:xfrm>
            <a:off x="1578429" y="1417638"/>
            <a:ext cx="72716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                   ┌───────────┐</a:t>
            </a:r>
          </a:p>
          <a:p>
            <a:r>
              <a:rPr lang="en-SG" dirty="0"/>
              <a:t>Frontend → API Gateway → AuthN → </a:t>
            </a:r>
            <a:r>
              <a:rPr lang="en-SG" dirty="0" err="1"/>
              <a:t>AuthR</a:t>
            </a:r>
            <a:r>
              <a:rPr lang="en-SG" dirty="0"/>
              <a:t> → Service</a:t>
            </a:r>
          </a:p>
          <a:p>
            <a:r>
              <a:rPr lang="en-SG" dirty="0"/>
              <a:t>                   └───────────┘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389309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F87B-3F81-ABED-226A-411DF64A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Common Authorization Methodologies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2D851-49C4-E726-222E-31E1A3988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Role-Based Access Control (RBAC)</a:t>
            </a:r>
          </a:p>
          <a:p>
            <a:r>
              <a:rPr lang="en-SG" dirty="0"/>
              <a:t>Attribute-Based Access Control (ABAC)</a:t>
            </a:r>
          </a:p>
        </p:txBody>
      </p:sp>
    </p:spTree>
    <p:extLst>
      <p:ext uri="{BB962C8B-B14F-4D97-AF65-F5344CB8AC3E}">
        <p14:creationId xmlns:p14="http://schemas.microsoft.com/office/powerpoint/2010/main" val="62881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model</a:t>
            </a:r>
          </a:p>
          <a:p>
            <a:r>
              <a:rPr dirty="0"/>
              <a:t>Authentication backends</a:t>
            </a:r>
          </a:p>
          <a:p>
            <a:r>
              <a:rPr dirty="0"/>
              <a:t>Permissions &amp; groups</a:t>
            </a:r>
          </a:p>
          <a:p>
            <a:r>
              <a:rPr dirty="0"/>
              <a:t>Password hashing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Default User model stored in </a:t>
            </a:r>
            <a:r>
              <a:rPr dirty="0" err="1"/>
              <a:t>auth_user</a:t>
            </a:r>
            <a:r>
              <a:rPr dirty="0"/>
              <a:t> table</a:t>
            </a:r>
            <a:endParaRPr lang="en-SG" dirty="0"/>
          </a:p>
          <a:p>
            <a:r>
              <a:rPr lang="en-SG" dirty="0"/>
              <a:t>User Objects (Core To Authentication System)</a:t>
            </a:r>
          </a:p>
          <a:p>
            <a:pPr lvl="1"/>
            <a:r>
              <a:rPr lang="en-SG" dirty="0"/>
              <a:t>Superusers</a:t>
            </a:r>
          </a:p>
          <a:p>
            <a:pPr lvl="1"/>
            <a:r>
              <a:rPr lang="en-SG" dirty="0"/>
              <a:t>Staff</a:t>
            </a:r>
          </a:p>
          <a:p>
            <a:pPr lvl="1"/>
            <a:r>
              <a:rPr lang="en-SG" dirty="0"/>
              <a:t>User</a:t>
            </a:r>
            <a:endParaRPr dirty="0"/>
          </a:p>
          <a:p>
            <a:r>
              <a:rPr dirty="0"/>
              <a:t>Fields: username, email, password, </a:t>
            </a:r>
            <a:r>
              <a:rPr dirty="0" err="1"/>
              <a:t>is_staff</a:t>
            </a:r>
            <a:r>
              <a:rPr dirty="0"/>
              <a:t>, </a:t>
            </a:r>
            <a:r>
              <a:rPr dirty="0" err="1"/>
              <a:t>is_superuser</a:t>
            </a:r>
            <a:endParaRPr dirty="0"/>
          </a:p>
          <a:p>
            <a:r>
              <a:rPr dirty="0"/>
              <a:t>Custom user models via AUTH_USER_MODEL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authenticate() verifies credentials</a:t>
            </a:r>
          </a:p>
          <a:p>
            <a:r>
              <a:rPr dirty="0"/>
              <a:t>login() persists session</a:t>
            </a:r>
          </a:p>
          <a:p>
            <a:r>
              <a:rPr dirty="0"/>
              <a:t>logout() clears session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7C7D-6216-0744-B0FC-66F6F949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Permissions (Authorization)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4DF8-8766-E2FA-BFA2-66DD6D4E8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Django comes with a built-in permissions system </a:t>
            </a:r>
          </a:p>
          <a:p>
            <a:r>
              <a:rPr lang="en-SG" dirty="0"/>
              <a:t>Designed for Django admin site initially</a:t>
            </a:r>
          </a:p>
          <a:p>
            <a:r>
              <a:rPr lang="en-SG" dirty="0"/>
              <a:t>Four default permissions (</a:t>
            </a:r>
            <a:r>
              <a:rPr lang="en-SG" dirty="0" err="1"/>
              <a:t>Django.contrib.auth</a:t>
            </a:r>
            <a:r>
              <a:rPr lang="en-SG" dirty="0"/>
              <a:t>):</a:t>
            </a:r>
          </a:p>
          <a:p>
            <a:pPr lvl="1"/>
            <a:r>
              <a:rPr lang="en-SG" dirty="0"/>
              <a:t>Add, change, delete, view</a:t>
            </a:r>
          </a:p>
          <a:p>
            <a:pPr lvl="1"/>
            <a:r>
              <a:rPr lang="en-SG" dirty="0"/>
              <a:t>Created for each model</a:t>
            </a:r>
          </a:p>
          <a:p>
            <a:pPr lvl="1"/>
            <a:r>
              <a:rPr lang="en-SG" dirty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132313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Permissions &amp;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Per-object or model-level permissions</a:t>
            </a:r>
          </a:p>
          <a:p>
            <a:r>
              <a:rPr dirty="0"/>
              <a:t>Groups bundle permissions</a:t>
            </a:r>
          </a:p>
          <a:p>
            <a:r>
              <a:rPr dirty="0"/>
              <a:t>Used in admin and custom 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3195B8-1DFD-6E7E-F6BA-7A52998E4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42" y="1143000"/>
            <a:ext cx="8680609" cy="46155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CCB257-9E6F-A42F-78FF-3712651E5E3C}"/>
              </a:ext>
            </a:extLst>
          </p:cNvPr>
          <p:cNvSpPr/>
          <p:nvPr/>
        </p:nvSpPr>
        <p:spPr>
          <a:xfrm>
            <a:off x="8665029" y="5268686"/>
            <a:ext cx="206329" cy="489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9370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 hashing (PBKDF2 by default)</a:t>
            </a:r>
          </a:p>
          <a:p>
            <a:r>
              <a:rPr dirty="0" err="1"/>
              <a:t>password.set_password</a:t>
            </a:r>
            <a:r>
              <a:rPr dirty="0"/>
              <a:t>() to hash</a:t>
            </a:r>
          </a:p>
          <a:p>
            <a:r>
              <a:rPr dirty="0" err="1"/>
              <a:t>check_password</a:t>
            </a:r>
            <a:r>
              <a:rPr dirty="0"/>
              <a:t>() to validate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LoginView</a:t>
            </a:r>
            <a:endParaRPr dirty="0"/>
          </a:p>
          <a:p>
            <a:r>
              <a:rPr dirty="0" err="1"/>
              <a:t>LogoutView</a:t>
            </a:r>
            <a:endParaRPr dirty="0"/>
          </a:p>
          <a:p>
            <a:r>
              <a:rPr dirty="0" err="1"/>
              <a:t>PasswordChangeView</a:t>
            </a:r>
            <a:r>
              <a:rPr dirty="0"/>
              <a:t> / </a:t>
            </a:r>
            <a:r>
              <a:rPr dirty="0" err="1"/>
              <a:t>PasswordResetView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AuthenticationMiddleware</a:t>
            </a:r>
            <a:r>
              <a:rPr dirty="0"/>
              <a:t> loads user into </a:t>
            </a:r>
            <a:r>
              <a:rPr dirty="0" err="1"/>
              <a:t>request.user</a:t>
            </a:r>
            <a:endParaRPr dirty="0"/>
          </a:p>
          <a:p>
            <a:r>
              <a:rPr dirty="0" err="1"/>
              <a:t>SessionMiddleware</a:t>
            </a:r>
            <a:r>
              <a:rPr dirty="0"/>
              <a:t>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Full authentication &amp; authorization system</a:t>
            </a:r>
          </a:p>
          <a:p>
            <a:r>
              <a:rPr dirty="0"/>
              <a:t>Extendable and customizable</a:t>
            </a:r>
          </a:p>
          <a:p>
            <a:r>
              <a:rPr dirty="0"/>
              <a:t>Essential for secure Django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254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Django Authentication Overview</vt:lpstr>
      <vt:lpstr>AuthN vs AuthR</vt:lpstr>
      <vt:lpstr>Common Authorization Methodologies</vt:lpstr>
      <vt:lpstr>Core Components</vt:lpstr>
      <vt:lpstr>User Model</vt:lpstr>
      <vt:lpstr>Authentication Process</vt:lpstr>
      <vt:lpstr>Permissions (Authorization)</vt:lpstr>
      <vt:lpstr>Permissions &amp; Groups</vt:lpstr>
      <vt:lpstr>PowerPoint Presentation</vt:lpstr>
      <vt:lpstr>Password Handling</vt:lpstr>
      <vt:lpstr>Authentication Views</vt:lpstr>
      <vt:lpstr>Middleware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</cp:lastModifiedBy>
  <cp:revision>10</cp:revision>
  <dcterms:created xsi:type="dcterms:W3CDTF">2013-01-27T09:14:16Z</dcterms:created>
  <dcterms:modified xsi:type="dcterms:W3CDTF">2025-12-12T10:12:32Z</dcterms:modified>
  <cp:category/>
</cp:coreProperties>
</file>