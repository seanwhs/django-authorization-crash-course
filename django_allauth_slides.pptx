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Django Allauth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Third‑party authentication and account management package</a:t>
            </a:r>
          </a:p>
          <a:p>
            <a:r>
              <a:t>• Extends django.contrib.auth</a:t>
            </a:r>
          </a:p>
          <a:p>
            <a:r>
              <a:t>• Provides local and social authentication</a:t>
            </a:r>
          </a:p>
          <a:p>
            <a:r>
              <a:t>• Email verification and account workflows included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Allauth?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Complete login/signup system</a:t>
            </a:r>
          </a:p>
          <a:p>
            <a:r>
              <a:t>• Built-in email verification</a:t>
            </a:r>
          </a:p>
          <a:p>
            <a:r>
              <a:t>• Social login ready</a:t>
            </a:r>
          </a:p>
          <a:p>
            <a:r>
              <a:t>• Highly customizable templates &amp; flows</a:t>
            </a:r>
          </a:p>
          <a:p>
            <a:r>
              <a:t>• Works smoothly with Django Admin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User signup &amp; login</a:t>
            </a:r>
          </a:p>
          <a:p>
            <a:r>
              <a:t>• Email verification</a:t>
            </a:r>
          </a:p>
          <a:p>
            <a:r>
              <a:t>• Password reset &amp; change</a:t>
            </a:r>
          </a:p>
          <a:p>
            <a:r>
              <a:t>• Multi-email support per user</a:t>
            </a:r>
          </a:p>
          <a:p>
            <a:r>
              <a:t>• Social account connection &amp;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Installation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pip install django-allauth</a:t>
            </a:r>
          </a:p>
          <a:p>
            <a:r>
              <a:t>2. Add installed apps: allauth, account, socialaccount</a:t>
            </a:r>
          </a:p>
          <a:p>
            <a:r>
              <a:t>3. Add social providers (optional)</a:t>
            </a:r>
          </a:p>
          <a:p>
            <a:r>
              <a:t>4. Update AUTHENTICATION_BACKENDS</a:t>
            </a:r>
          </a:p>
          <a:p>
            <a:r>
              <a:t>5. Include allauth URLs: path('accounts/', include('allauth.urls'))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Settings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ACCOUNT_EMAIL_REQUIRED = True</a:t>
            </a:r>
          </a:p>
          <a:p>
            <a:r>
              <a:t>• ACCOUNT_AUTHENTICATION_METHOD = 'email'</a:t>
            </a:r>
          </a:p>
          <a:p>
            <a:r>
              <a:t>• ACCOUNT_EMAIL_VERIFICATION = 'mandatory'</a:t>
            </a:r>
          </a:p>
          <a:p>
            <a:r>
              <a:t>• ACCOUNT_USERNAME_REQUIRED = False</a:t>
            </a:r>
          </a:p>
          <a:p>
            <a:r>
              <a:t>• LOGIN_REDIRECT_URL = '/'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Template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Fully customizable templates</a:t>
            </a:r>
          </a:p>
          <a:p>
            <a:r>
              <a:t>• login.html, signup.html</a:t>
            </a:r>
          </a:p>
          <a:p>
            <a:r>
              <a:t>• password_reset.html</a:t>
            </a:r>
          </a:p>
          <a:p>
            <a:r>
              <a:t>• email templates for verification</a:t>
            </a:r>
          </a:p>
          <a:p>
            <a:r>
              <a:t>• Override by placing templates in /templates/account/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Supports Google, Facebook, GitHub, LinkedIn, etc.</a:t>
            </a:r>
          </a:p>
          <a:p>
            <a:r>
              <a:t>• Uses OAuth/OAuth2</a:t>
            </a:r>
          </a:p>
          <a:p>
            <a:r>
              <a:t>• Requires SocialApp configuration</a:t>
            </a:r>
          </a:p>
          <a:p>
            <a:r>
              <a:t>• Auto-creation of linked social accounts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Account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SocialApp: provider credentials (client ID/secret)</a:t>
            </a:r>
          </a:p>
          <a:p>
            <a:r>
              <a:t>• SocialAccount: links provider to user</a:t>
            </a:r>
          </a:p>
          <a:p>
            <a:r>
              <a:t>• SocialToken: stores access tokens</a:t>
            </a:r>
          </a:p>
          <a:p>
            <a:r>
              <a:t>• SocialLogin: login workflow object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Email Verification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signs up</a:t>
            </a:r>
          </a:p>
          <a:p>
            <a:r>
              <a:t>2. Verification email is sent</a:t>
            </a:r>
          </a:p>
          <a:p>
            <a:r>
              <a:t>3. User clicks confirmation link</a:t>
            </a:r>
          </a:p>
          <a:p>
            <a:r>
              <a:t>4. Account becomes verified</a:t>
            </a:r>
          </a:p>
          <a:p>
            <a:r>
              <a:t>5. Login depends on ACCOUNT_EMAIL_VERIFICATION setting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Customization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Custom signup forms</a:t>
            </a:r>
          </a:p>
          <a:p>
            <a:r>
              <a:t>• Override adapters</a:t>
            </a:r>
          </a:p>
          <a:p>
            <a:r>
              <a:t>• Use signals: user_signed_up, email_confirmed</a:t>
            </a:r>
          </a:p>
          <a:p>
            <a:r>
              <a:t>• Customize redirects &amp; flows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Allauth is a powerful authentication toolkit</a:t>
            </a:r>
          </a:p>
          <a:p>
            <a:r>
              <a:t>• Handles everything from signup to social login</a:t>
            </a:r>
          </a:p>
          <a:p>
            <a:r>
              <a:t>• Highly extendable and production-ready</a:t>
            </a:r>
          </a:p>
          <a:p>
            <a:r>
              <a:t>• Works well for modern authentication needs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