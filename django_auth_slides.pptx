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Django Authentication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django.contrib.auth provides authentication framework</a:t>
            </a:r>
          </a:p>
          <a:p>
            <a:r>
              <a:t>• Handles users, passwords, sessions, permissions</a:t>
            </a:r>
          </a:p>
          <a:p>
            <a:r>
              <a:t>• Integrated with Django admin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User model</a:t>
            </a:r>
          </a:p>
          <a:p>
            <a:r>
              <a:t>• Authentication backends</a:t>
            </a:r>
          </a:p>
          <a:p>
            <a:r>
              <a:t>• Permissions &amp; groups</a:t>
            </a:r>
          </a:p>
          <a:p>
            <a:r>
              <a:t>• Password hashing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Default User model stored in auth_user table</a:t>
            </a:r>
          </a:p>
          <a:p>
            <a:r>
              <a:t>• Fields: username, email, password, is_staff, is_superuser</a:t>
            </a:r>
          </a:p>
          <a:p>
            <a:r>
              <a:t>• Custom user models via AUTH_USER_MODEL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Authentication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authenticate() verifies credentials</a:t>
            </a:r>
          </a:p>
          <a:p>
            <a:r>
              <a:t>• login() persists session</a:t>
            </a:r>
          </a:p>
          <a:p>
            <a:r>
              <a:t>• logout() clears session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Permissions &amp;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Per-object or model-level permissions</a:t>
            </a:r>
          </a:p>
          <a:p>
            <a:r>
              <a:t>• Groups bundle permissions</a:t>
            </a:r>
          </a:p>
          <a:p>
            <a:r>
              <a:t>• Used in admin and custom views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Password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Secure hashing (PBKDF2 by default)</a:t>
            </a:r>
          </a:p>
          <a:p>
            <a:r>
              <a:t>• password.set_password() to hash</a:t>
            </a:r>
          </a:p>
          <a:p>
            <a:r>
              <a:t>• check_password() to validate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Authentication 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LoginView</a:t>
            </a:r>
          </a:p>
          <a:p>
            <a:r>
              <a:t>• LogoutView</a:t>
            </a:r>
          </a:p>
          <a:p>
            <a:r>
              <a:t>• PasswordChangeView / PasswordResetView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Middleware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AuthenticationMiddleware loads user into request.user</a:t>
            </a:r>
          </a:p>
          <a:p>
            <a:r>
              <a:t>• SessionMiddleware required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Full authentication &amp; authorization system</a:t>
            </a:r>
          </a:p>
          <a:p>
            <a:r>
              <a:t>• Extendable and customizable</a:t>
            </a:r>
          </a:p>
          <a:p>
            <a:r>
              <a:t>• Essential for secure Django apps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